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07B5-3A3A-23EF-3FB3-343E07507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50214-63ED-2CF6-CB6D-845E07135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0026-276F-540A-88A7-24417D36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682D-695A-4A56-A9AA-58FAF247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733F7-9257-EE74-A111-06FF72B9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0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DD1D-DD9C-DB4D-3AEC-C5A85F5A9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94BC-2956-7178-7073-2CE8AF2A6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54C66-0017-4B6A-B5A4-595F4DEB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13DB-DF2B-8051-C3D9-59D88466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2613-A81C-1DEE-30F2-5F5283F7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4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0D23-A753-E314-C3A5-431A4C38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F302-DFB7-619A-433A-44E44CF9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B8F1-DC25-B411-6041-8A2A3BD8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5D9D-3A82-8949-3185-E228C2BC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FFD94-A2E8-5862-BA7E-6B85C50E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0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2CDF-3EDD-30E9-7923-0737E116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56B6-8228-730D-B36A-B7C4D1637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10536-C5A5-0A35-5DA7-C37078B03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EED5A-E730-9F0C-78CE-56A0C063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0F05A-E17A-D181-9100-5619A88C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E7CAE-1D19-DFEC-1888-BBA7090F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6EB7-DFC7-9DCC-4102-EE87A9CA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AE75-2CE4-13C8-0402-607E01D40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FD737-9D9F-EF22-A18A-CB672F2C5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1E7E0-FA38-93E4-8D59-CAFD0E792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6DF95-D5B0-5D97-7898-CC55DF28C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FB3DF-1C4C-4C8E-EC45-252C2DE1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1BAC0-C6E4-0E37-126F-5E037E01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567A4-73CC-B969-6058-344E7DDB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49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138E-DD13-6EB2-E167-5729E26E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14EF3-3EE5-F773-D361-C20607BC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71CA1-0E63-6C96-0283-47EA772A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2052E-9353-FFF2-9FDD-AFC19181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39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BB3E9-2927-504F-29A9-2D93151C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597F7-E496-0D19-E35B-0B02EE23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2AC3-89D5-0957-B731-CAE8D090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53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A886-C49C-50EF-256D-66865FD7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D0AC0-CA15-F754-017D-2D12C790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41154-F833-F904-C749-23B75D357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9ED4F-8622-721D-821D-E1310706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31CD9-BA30-8C47-BC3B-6958850ED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D806A-DDD7-7C57-FD90-CF94119E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2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B022-B150-6310-30B8-7E576441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74517-A08B-1DEB-4C21-59C3215C8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B54A1-0D84-1B23-93F2-6E913B9E3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C7C79-F634-B8A5-7BFC-73E1EC5C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359FF-1392-4238-44A8-1179B625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63EBC-7D29-6DFE-85FF-DF5CA2A6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17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9895-0FB8-37CE-20B2-9642D8D8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7D425-A4C1-35BC-29A4-F788B6644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1AA-A33D-6F50-BDF1-71444C5A6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55751-006C-8CC9-74D4-48A71662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59607-05C1-AFA9-4623-70BC4AAE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2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7E810-F19B-C779-1B47-179ED3EA0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E7881-87A5-6FE5-559E-E4466D99E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08C7-D276-DE1E-75ED-B3973265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0B07-456F-5779-763A-AD24F9D0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3B767-51EA-690B-A79E-8AE77444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1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558EB5-EF52-29C6-1DCB-F5D148B9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A33CC-79E5-4A20-59A9-F68D36E6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1D233-15B1-40EE-BE11-54AA1F3B3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F718-F2A9-42BB-BC6C-093E623FBE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8F8C-AEFE-3DAD-56E5-640E3A655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0753-7023-4C97-0E36-6D3C5A439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B088B-BC89-475E-8F67-9B9EA206F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9BC5F-6F2B-D64C-DC37-66F38CB3E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599"/>
            <a:ext cx="12604955" cy="2809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1ADC60-67E8-0741-713E-DD95FB3BF068}"/>
              </a:ext>
            </a:extLst>
          </p:cNvPr>
          <p:cNvSpPr txBox="1"/>
          <p:nvPr/>
        </p:nvSpPr>
        <p:spPr>
          <a:xfrm>
            <a:off x="1436915" y="1426029"/>
            <a:ext cx="10646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00"/>
                </a:solidFill>
              </a:rPr>
              <a:t>        Artificial Intelligence and Data Science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2C872F-EF25-00E9-721C-21C228EEF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66965"/>
              </p:ext>
            </p:extLst>
          </p:nvPr>
        </p:nvGraphicFramePr>
        <p:xfrm>
          <a:off x="990599" y="2668590"/>
          <a:ext cx="10973719" cy="87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3719">
                  <a:extLst>
                    <a:ext uri="{9D8B030D-6E8A-4147-A177-3AD203B41FA5}">
                      <a16:colId xmlns:a16="http://schemas.microsoft.com/office/drawing/2014/main" val="141312633"/>
                    </a:ext>
                  </a:extLst>
                </a:gridCol>
              </a:tblGrid>
              <a:tr h="7821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</a:rPr>
                        <a:t>Health-Track Pro: </a:t>
                      </a:r>
                    </a:p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</a:rPr>
                        <a:t>                     Automated cleaning and visualization of wearable fitness data</a:t>
                      </a:r>
                      <a:r>
                        <a:rPr lang="en-IN" sz="1000" dirty="0">
                          <a:effectLst/>
                        </a:rPr>
                        <a:t>.  </a:t>
                      </a:r>
                      <a:endParaRPr lang="en-IN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24063041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FA26246-C390-A1EF-1693-645B7E891564}"/>
              </a:ext>
            </a:extLst>
          </p:cNvPr>
          <p:cNvSpPr txBox="1"/>
          <p:nvPr/>
        </p:nvSpPr>
        <p:spPr>
          <a:xfrm>
            <a:off x="6727371" y="4332514"/>
            <a:ext cx="48441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Designed by:</a:t>
            </a:r>
          </a:p>
          <a:p>
            <a:endParaRPr lang="en-IN" sz="2000" b="1" dirty="0"/>
          </a:p>
          <a:p>
            <a:r>
              <a:rPr lang="en-IN" sz="2000" b="1" dirty="0"/>
              <a:t>             </a:t>
            </a:r>
            <a:r>
              <a:rPr lang="en-IN" sz="2000" b="1" dirty="0" err="1"/>
              <a:t>P.Sravani</a:t>
            </a:r>
            <a:r>
              <a:rPr lang="en-IN" sz="2000" b="1" dirty="0"/>
              <a:t>                          24ME1A5491</a:t>
            </a:r>
          </a:p>
          <a:p>
            <a:r>
              <a:rPr lang="en-IN" sz="2000" b="1" dirty="0"/>
              <a:t>             </a:t>
            </a:r>
            <a:r>
              <a:rPr lang="en-IN" sz="2000" b="1" dirty="0" err="1"/>
              <a:t>M.Mahima</a:t>
            </a:r>
            <a:r>
              <a:rPr lang="en-IN" sz="2000" b="1" dirty="0"/>
              <a:t> Glory           24ME1A5474</a:t>
            </a:r>
          </a:p>
          <a:p>
            <a:r>
              <a:rPr lang="en-IN" sz="2000" b="1" dirty="0"/>
              <a:t>             </a:t>
            </a:r>
            <a:r>
              <a:rPr lang="en-IN" sz="2000" b="1" dirty="0" err="1"/>
              <a:t>N.Thanushka</a:t>
            </a:r>
            <a:r>
              <a:rPr lang="en-IN" sz="2000" b="1" dirty="0"/>
              <a:t>                   24ME1A5479</a:t>
            </a:r>
          </a:p>
        </p:txBody>
      </p:sp>
    </p:spTree>
    <p:extLst>
      <p:ext uri="{BB962C8B-B14F-4D97-AF65-F5344CB8AC3E}">
        <p14:creationId xmlns:p14="http://schemas.microsoft.com/office/powerpoint/2010/main" val="153101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CEE17-B126-6B20-A397-B12FCE1593A9}"/>
              </a:ext>
            </a:extLst>
          </p:cNvPr>
          <p:cNvSpPr txBox="1"/>
          <p:nvPr/>
        </p:nvSpPr>
        <p:spPr>
          <a:xfrm>
            <a:off x="749147" y="815248"/>
            <a:ext cx="8397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b="1" dirty="0"/>
              <a:t>INTRODUCTION: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98C7-4347-8AF6-FB0D-938E72D7FB61}"/>
              </a:ext>
            </a:extLst>
          </p:cNvPr>
          <p:cNvSpPr txBox="1"/>
          <p:nvPr/>
        </p:nvSpPr>
        <p:spPr>
          <a:xfrm>
            <a:off x="1773715" y="1520328"/>
            <a:ext cx="99041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AI Health Track Pro</a:t>
            </a:r>
            <a:r>
              <a:rPr lang="en-IN" sz="2400" dirty="0"/>
              <a:t> is an AI-based health monitoring system designed to track and </a:t>
            </a:r>
            <a:r>
              <a:rPr lang="en-IN" sz="2400" dirty="0" err="1"/>
              <a:t>analyze</a:t>
            </a:r>
            <a:r>
              <a:rPr lang="en-IN" sz="2400" dirty="0"/>
              <a:t> daily fitness activities. It monitors important parameters such as </a:t>
            </a:r>
            <a:r>
              <a:rPr lang="en-IN" sz="2400" b="1" dirty="0"/>
              <a:t>steps, sleep, water intake, heart rate, weight, and height</a:t>
            </a:r>
            <a:r>
              <a:rPr lang="en-IN" sz="2400" dirty="0"/>
              <a:t>. The system calculates health metrics like </a:t>
            </a:r>
            <a:r>
              <a:rPr lang="en-IN" sz="2400" b="1" dirty="0"/>
              <a:t>calories burned, distance walked, and BMI</a:t>
            </a:r>
            <a:r>
              <a:rPr lang="en-IN" sz="2400" dirty="0"/>
              <a:t>, and presents the results through easy-to-understand graphs. It also provides an </a:t>
            </a:r>
            <a:r>
              <a:rPr lang="en-IN" sz="2400" b="1" dirty="0"/>
              <a:t>AI-based fitness result and smart health suggestions</a:t>
            </a:r>
            <a:r>
              <a:rPr lang="en-IN" sz="2400" dirty="0"/>
              <a:t> to help users maintain a healthier lifestyle.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104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FF32C-A09C-5B0A-A43D-D323FECDEC74}"/>
              </a:ext>
            </a:extLst>
          </p:cNvPr>
          <p:cNvSpPr txBox="1"/>
          <p:nvPr/>
        </p:nvSpPr>
        <p:spPr>
          <a:xfrm>
            <a:off x="583894" y="683046"/>
            <a:ext cx="8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 2.Problem Statement: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A2E78-C9DE-A59C-DACD-1B971CDED0F2}"/>
              </a:ext>
            </a:extLst>
          </p:cNvPr>
          <p:cNvSpPr txBox="1"/>
          <p:nvPr/>
        </p:nvSpPr>
        <p:spPr>
          <a:xfrm>
            <a:off x="2016087" y="1564395"/>
            <a:ext cx="9000780" cy="3866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People often do not regularly monitor their daily health and fitness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tracking of steps, sleep, water intake, and heart rate can be difficult and time-consuming.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Raw health data does not always provide clear information about a person’s fitness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Users need a simple system that can </a:t>
            </a:r>
            <a:r>
              <a:rPr lang="en-IN" sz="2400" b="1" dirty="0" err="1"/>
              <a:t>analyze</a:t>
            </a:r>
            <a:r>
              <a:rPr lang="en-IN" sz="2400" b="1" dirty="0"/>
              <a:t> health data, visualize results, and provide useful suggestions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Therefore, </a:t>
            </a:r>
            <a:r>
              <a:rPr lang="en-IN" sz="2400" b="1" dirty="0"/>
              <a:t>AI Health Track Pro</a:t>
            </a:r>
            <a:r>
              <a:rPr lang="en-IN" sz="2400" dirty="0"/>
              <a:t> is developed to provide an easy and smart solution for daily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195867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6D1689-33F7-015C-CD5F-13ADC245734C}"/>
              </a:ext>
            </a:extLst>
          </p:cNvPr>
          <p:cNvSpPr txBox="1"/>
          <p:nvPr/>
        </p:nvSpPr>
        <p:spPr>
          <a:xfrm>
            <a:off x="561860" y="616944"/>
            <a:ext cx="8584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800" b="1" dirty="0"/>
              <a:t>3.Objectives: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677CC-4FF3-41FC-880C-2F32AA9A4D8E}"/>
              </a:ext>
            </a:extLst>
          </p:cNvPr>
          <p:cNvSpPr txBox="1"/>
          <p:nvPr/>
        </p:nvSpPr>
        <p:spPr>
          <a:xfrm>
            <a:off x="2093205" y="1266940"/>
            <a:ext cx="97242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an </a:t>
            </a:r>
            <a:r>
              <a:rPr lang="en-IN" sz="2000" b="1" dirty="0"/>
              <a:t>AI-based health monitoring system</a:t>
            </a:r>
            <a:r>
              <a:rPr lang="en-IN" sz="2000" dirty="0"/>
              <a:t> for tracking and </a:t>
            </a:r>
            <a:r>
              <a:rPr lang="en-IN" sz="2000" dirty="0" err="1"/>
              <a:t>analyzing</a:t>
            </a:r>
            <a:r>
              <a:rPr lang="en-IN" sz="2000" dirty="0"/>
              <a:t> daily health and fitness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monitor important health parameters such as </a:t>
            </a:r>
            <a:r>
              <a:rPr lang="en-IN" sz="2000" b="1" dirty="0"/>
              <a:t>steps, sleep hours, water intake, heart rate, weight, and height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calculate useful health indicators such as </a:t>
            </a:r>
            <a:r>
              <a:rPr lang="en-IN" sz="2000" b="1" dirty="0"/>
              <a:t>BMI, calories burned, and distance covered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the collected health data and provide a clear </a:t>
            </a:r>
            <a:r>
              <a:rPr lang="en-IN" sz="2000" b="1" dirty="0"/>
              <a:t>fitness status</a:t>
            </a:r>
            <a:r>
              <a:rPr lang="en-IN" sz="2000" dirty="0"/>
              <a:t> to the user.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</a:t>
            </a:r>
            <a:r>
              <a:rPr lang="en-IN" sz="2000" b="1" dirty="0"/>
              <a:t>personalized health suggestions</a:t>
            </a:r>
            <a:r>
              <a:rPr lang="en-IN" sz="2000" dirty="0"/>
              <a:t> based on the user's activity and health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present health information through </a:t>
            </a:r>
            <a:r>
              <a:rPr lang="en-IN" sz="2000" b="1" dirty="0"/>
              <a:t>interactive graphs and visualizations</a:t>
            </a:r>
            <a:r>
              <a:rPr lang="en-IN" sz="2000" dirty="0"/>
              <a:t> for easy understanding.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encourage users to maintain </a:t>
            </a:r>
            <a:r>
              <a:rPr lang="en-IN" sz="2000" b="1" dirty="0"/>
              <a:t>healthy daily habits and regular physical activity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a </a:t>
            </a:r>
            <a:r>
              <a:rPr lang="en-IN" sz="2000" b="1" dirty="0"/>
              <a:t>simple, user-friendly dashboard</a:t>
            </a:r>
            <a:r>
              <a:rPr lang="en-IN" sz="2000" dirty="0"/>
              <a:t> for effective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9497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44F62-7E74-CA87-31E0-3EBA06C6ACF5}"/>
              </a:ext>
            </a:extLst>
          </p:cNvPr>
          <p:cNvSpPr txBox="1"/>
          <p:nvPr/>
        </p:nvSpPr>
        <p:spPr>
          <a:xfrm>
            <a:off x="594911" y="506776"/>
            <a:ext cx="8551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4.existing systems: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9A00A-0EAA-3B8B-6B64-ED5D178B00DC}"/>
              </a:ext>
            </a:extLst>
          </p:cNvPr>
          <p:cNvSpPr txBox="1"/>
          <p:nvPr/>
        </p:nvSpPr>
        <p:spPr>
          <a:xfrm>
            <a:off x="2156551" y="1338405"/>
            <a:ext cx="79459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Fitness apps mainly track </a:t>
            </a:r>
            <a:r>
              <a:rPr lang="en-IN" sz="2400" b="1" dirty="0"/>
              <a:t>steps, sleep, and heart rate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Wearable devices collect health data but may require </a:t>
            </a:r>
            <a:r>
              <a:rPr lang="en-IN" sz="2400" b="1" dirty="0"/>
              <a:t>separate apps for analysis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Basic health calculators provide </a:t>
            </a:r>
            <a:r>
              <a:rPr lang="en-IN" sz="2400" b="1" dirty="0"/>
              <a:t>individual health measurements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Many systems offer </a:t>
            </a:r>
            <a:r>
              <a:rPr lang="en-IN" sz="2400" b="1" dirty="0"/>
              <a:t>limited personalized suggestions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Health information is often </a:t>
            </a:r>
            <a:r>
              <a:rPr lang="en-IN" sz="2400" b="1" dirty="0"/>
              <a:t>scattered across different platforms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0009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0E1E50-BDF8-9DF3-9FC7-C67B196A6241}"/>
              </a:ext>
            </a:extLst>
          </p:cNvPr>
          <p:cNvSpPr txBox="1"/>
          <p:nvPr/>
        </p:nvSpPr>
        <p:spPr>
          <a:xfrm>
            <a:off x="672029" y="561860"/>
            <a:ext cx="847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5.proposed systems: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660B-CD25-7108-40F0-64500AB44C5C}"/>
              </a:ext>
            </a:extLst>
          </p:cNvPr>
          <p:cNvSpPr txBox="1"/>
          <p:nvPr/>
        </p:nvSpPr>
        <p:spPr>
          <a:xfrm>
            <a:off x="2225407" y="1344058"/>
            <a:ext cx="94745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an </a:t>
            </a:r>
            <a:r>
              <a:rPr lang="en-IN" sz="2400" b="1" dirty="0"/>
              <a:t>AI-based health monitoring system</a:t>
            </a:r>
            <a:r>
              <a:rPr lang="en-IN" sz="2400" dirty="0"/>
              <a:t> to </a:t>
            </a:r>
            <a:r>
              <a:rPr lang="en-IN" sz="2400" dirty="0" err="1"/>
              <a:t>analyze</a:t>
            </a:r>
            <a:r>
              <a:rPr lang="en-IN" sz="2400" dirty="0"/>
              <a:t> daily 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 parameters such as </a:t>
            </a:r>
            <a:r>
              <a:rPr lang="en-IN" sz="2400" b="1" dirty="0"/>
              <a:t>steps, sleep, water intake, heart rate, weight, and height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Calculate </a:t>
            </a:r>
            <a:r>
              <a:rPr lang="en-IN" sz="2400" b="1" dirty="0"/>
              <a:t>BMI, calories burned, and distance covered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</a:t>
            </a:r>
            <a:r>
              <a:rPr lang="en-IN" sz="2400" b="1" dirty="0"/>
              <a:t>fitness status and personalized health suggestions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Display results using </a:t>
            </a:r>
            <a:r>
              <a:rPr lang="en-IN" sz="2400" b="1" dirty="0"/>
              <a:t>simple graphs and an interactive dashboard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all health information in </a:t>
            </a:r>
            <a:r>
              <a:rPr lang="en-IN" sz="2400" b="1" dirty="0"/>
              <a:t>one user-friendly platform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245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8F3DC-7228-10ED-D29F-75DBDB12B7DD}"/>
              </a:ext>
            </a:extLst>
          </p:cNvPr>
          <p:cNvSpPr txBox="1"/>
          <p:nvPr/>
        </p:nvSpPr>
        <p:spPr>
          <a:xfrm>
            <a:off x="694063" y="418641"/>
            <a:ext cx="84526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6.Methadology: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A4384-04D7-AE4D-70EC-E00D24B0F105}"/>
              </a:ext>
            </a:extLst>
          </p:cNvPr>
          <p:cNvSpPr txBox="1"/>
          <p:nvPr/>
        </p:nvSpPr>
        <p:spPr>
          <a:xfrm>
            <a:off x="1123720" y="1399142"/>
            <a:ext cx="729316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Collection</a:t>
            </a:r>
            <a:r>
              <a:rPr lang="en-IN" sz="2400" dirty="0"/>
              <a:t> – Collect daily health parameters such as steps, sleep, water intake, heart rate, weight, and height.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Processing</a:t>
            </a:r>
            <a:r>
              <a:rPr lang="en-IN" sz="2400" dirty="0"/>
              <a:t> – Process and organize the collected health data for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Health Analysis</a:t>
            </a:r>
            <a:r>
              <a:rPr lang="en-IN" sz="2400" dirty="0"/>
              <a:t> – Calculate BMI, calories burned, distance covered, and fitness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Visualization</a:t>
            </a:r>
            <a:r>
              <a:rPr lang="en-IN" sz="2400" dirty="0"/>
              <a:t> – Display health results using charts, graphs, and dashboard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AI-Based Suggestions</a:t>
            </a:r>
            <a:r>
              <a:rPr lang="en-IN" sz="2400" dirty="0"/>
              <a:t> – Provide personalized health and fitness suggestions based on the </a:t>
            </a:r>
            <a:r>
              <a:rPr lang="en-IN" sz="2400" dirty="0" err="1"/>
              <a:t>analyzed</a:t>
            </a:r>
            <a:r>
              <a:rPr lang="en-IN" sz="2400" dirty="0"/>
              <a:t>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Result Display</a:t>
            </a:r>
            <a:r>
              <a:rPr lang="en-IN" sz="2400" dirty="0"/>
              <a:t> – Present the final health status through a simple and user-friendly dashboard.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A6EA0-2868-B0DB-8C1B-F1E25B7D57CC}"/>
              </a:ext>
            </a:extLst>
          </p:cNvPr>
          <p:cNvSpPr txBox="1"/>
          <p:nvPr/>
        </p:nvSpPr>
        <p:spPr>
          <a:xfrm>
            <a:off x="8317734" y="565211"/>
            <a:ext cx="3547431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Start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Enter Health Data</a:t>
            </a:r>
          </a:p>
          <a:p>
            <a:pPr indent="0" algn="ctr">
              <a:spcBef>
                <a:spcPts val="225"/>
              </a:spcBef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Steps • Sleep • Water • Heart Rate • Weight • Height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Data Processing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Health Analysis</a:t>
            </a:r>
          </a:p>
          <a:p>
            <a:pPr indent="0" algn="ctr">
              <a:spcBef>
                <a:spcPts val="225"/>
              </a:spcBef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BMI • Calories • Distance • Fitness Level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Data Visualization</a:t>
            </a:r>
          </a:p>
          <a:p>
            <a:pPr indent="0" algn="ctr">
              <a:spcBef>
                <a:spcPts val="225"/>
              </a:spcBef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Charts and Dashboard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AI-Based Health Suggestions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Display Results</a:t>
            </a:r>
          </a:p>
          <a:p>
            <a:pPr indent="0" algn="l">
              <a:buNone/>
            </a:pPr>
            <a:r>
              <a:rPr lang="en-IN" sz="1800" b="0" i="0" dirty="0">
                <a:effectLst/>
                <a:latin typeface="+mn-lt"/>
              </a:rPr>
              <a:t>                              ↓</a:t>
            </a:r>
          </a:p>
          <a:p>
            <a:pPr indent="0" algn="ctr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End </a:t>
            </a:r>
            <a:endParaRPr lang="en-IN" b="1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3128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91F7B5-4AD5-88C2-82AA-6D817AF9E77B}"/>
              </a:ext>
            </a:extLst>
          </p:cNvPr>
          <p:cNvSpPr txBox="1"/>
          <p:nvPr/>
        </p:nvSpPr>
        <p:spPr>
          <a:xfrm>
            <a:off x="914400" y="815248"/>
            <a:ext cx="82323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7.Data Used: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C0188-1E0E-6547-78EB-E37F24EFDDD8}"/>
              </a:ext>
            </a:extLst>
          </p:cNvPr>
          <p:cNvSpPr txBox="1"/>
          <p:nvPr/>
        </p:nvSpPr>
        <p:spPr>
          <a:xfrm>
            <a:off x="2478795" y="1542362"/>
            <a:ext cx="78329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Steps:</a:t>
            </a:r>
            <a:r>
              <a:rPr lang="en-IN" sz="2400" dirty="0"/>
              <a:t> Number of steps completed per day.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Sleep:</a:t>
            </a:r>
            <a:r>
              <a:rPr lang="en-IN" sz="2400" dirty="0"/>
              <a:t> Daily sleep duration in hours.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Water Intake:</a:t>
            </a:r>
            <a:r>
              <a:rPr lang="en-IN" sz="2400" dirty="0"/>
              <a:t> Amount of water consumed in litres.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Heart Rate:</a:t>
            </a:r>
            <a:r>
              <a:rPr lang="en-IN" sz="2400" dirty="0"/>
              <a:t> Heart rate measured in BPM.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Weight &amp; Height:</a:t>
            </a:r>
            <a:r>
              <a:rPr lang="en-IN" sz="2400" dirty="0"/>
              <a:t> Used to calculate BMI.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Derived Data:</a:t>
            </a:r>
            <a:r>
              <a:rPr lang="en-IN" sz="2400" dirty="0"/>
              <a:t> Calories burned, distance covered, BMI, and fitness level.</a:t>
            </a:r>
          </a:p>
        </p:txBody>
      </p:sp>
    </p:spTree>
    <p:extLst>
      <p:ext uri="{BB962C8B-B14F-4D97-AF65-F5344CB8AC3E}">
        <p14:creationId xmlns:p14="http://schemas.microsoft.com/office/powerpoint/2010/main" val="250510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54164D-A98A-B909-4DE4-6D4F88771A60}"/>
              </a:ext>
            </a:extLst>
          </p:cNvPr>
          <p:cNvSpPr txBox="1"/>
          <p:nvPr/>
        </p:nvSpPr>
        <p:spPr>
          <a:xfrm>
            <a:off x="1972019" y="1344059"/>
            <a:ext cx="89126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Input:</a:t>
            </a:r>
            <a:r>
              <a:rPr lang="en-IN" sz="2400" dirty="0"/>
              <a:t> Collect health parameters such as steps, sleep, water intake, heart rate, weight, and height.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Calculate:</a:t>
            </a:r>
            <a:r>
              <a:rPr lang="en-IN" sz="2400" dirty="0"/>
              <a:t> Determine BMI, calories burned, and distance covered.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Analyze</a:t>
            </a:r>
            <a:r>
              <a:rPr lang="en-IN" sz="2400" b="1" dirty="0"/>
              <a:t>:</a:t>
            </a:r>
            <a:r>
              <a:rPr lang="en-IN" sz="2400" dirty="0"/>
              <a:t> Compare the values with predefined health and fitness thresholds.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Classify:</a:t>
            </a:r>
            <a:r>
              <a:rPr lang="en-IN" sz="2400" dirty="0"/>
              <a:t> Identify the user's fitness level as </a:t>
            </a:r>
            <a:r>
              <a:rPr lang="en-IN" sz="2400" b="1" dirty="0"/>
              <a:t>Excellent, Moderate, or Low Activity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Recommend:</a:t>
            </a:r>
            <a:r>
              <a:rPr lang="en-IN" sz="2400" dirty="0"/>
              <a:t> Generate suitable health and fitness suggestions.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Output:</a:t>
            </a:r>
            <a:r>
              <a:rPr lang="en-IN" sz="2400" dirty="0"/>
              <a:t> Display the results through dashboard metrics and graphs.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28E8D-FA52-D4FE-0701-BF070EC5623A}"/>
              </a:ext>
            </a:extLst>
          </p:cNvPr>
          <p:cNvSpPr txBox="1"/>
          <p:nvPr/>
        </p:nvSpPr>
        <p:spPr>
          <a:xfrm>
            <a:off x="947451" y="594911"/>
            <a:ext cx="8199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8.Algorithm:</a:t>
            </a:r>
          </a:p>
        </p:txBody>
      </p:sp>
    </p:spTree>
    <p:extLst>
      <p:ext uri="{BB962C8B-B14F-4D97-AF65-F5344CB8AC3E}">
        <p14:creationId xmlns:p14="http://schemas.microsoft.com/office/powerpoint/2010/main" val="3291623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21C165-8FCB-DD9B-9AC7-519CE0DDF272}"/>
              </a:ext>
            </a:extLst>
          </p:cNvPr>
          <p:cNvSpPr txBox="1"/>
          <p:nvPr/>
        </p:nvSpPr>
        <p:spPr>
          <a:xfrm>
            <a:off x="947451" y="473725"/>
            <a:ext cx="8199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9.System Architecture: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25FCC-6D65-0028-31D4-E02773E27BEE}"/>
              </a:ext>
            </a:extLst>
          </p:cNvPr>
          <p:cNvSpPr txBox="1"/>
          <p:nvPr/>
        </p:nvSpPr>
        <p:spPr>
          <a:xfrm>
            <a:off x="1630495" y="1322022"/>
            <a:ext cx="86262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User Interface:</a:t>
            </a:r>
            <a:r>
              <a:rPr lang="en-IN" sz="2400" dirty="0"/>
              <a:t> User enters health parameters through the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Processing Layer:</a:t>
            </a:r>
            <a:r>
              <a:rPr lang="en-IN" sz="2400" dirty="0"/>
              <a:t> Cleans and processes the entered 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Analysis Layer:</a:t>
            </a:r>
            <a:r>
              <a:rPr lang="en-IN" sz="2400" dirty="0"/>
              <a:t> Calculates BMI, calories, distance, and fitness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AI/Recommendation Layer:</a:t>
            </a:r>
            <a:r>
              <a:rPr lang="en-IN" sz="2400" dirty="0"/>
              <a:t> Generates health and fitness suggestions.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Visualization Layer:</a:t>
            </a:r>
            <a:r>
              <a:rPr lang="en-IN" sz="2400" dirty="0"/>
              <a:t> Displays results using metrics, charts, and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Output:</a:t>
            </a:r>
            <a:r>
              <a:rPr lang="en-IN" sz="2400" dirty="0"/>
              <a:t> Provides an easy-to-understand overall health status.</a:t>
            </a:r>
          </a:p>
        </p:txBody>
      </p:sp>
    </p:spTree>
    <p:extLst>
      <p:ext uri="{BB962C8B-B14F-4D97-AF65-F5344CB8AC3E}">
        <p14:creationId xmlns:p14="http://schemas.microsoft.com/office/powerpoint/2010/main" val="179255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9FEFC5-B97B-C069-8356-6A330501446B}"/>
              </a:ext>
            </a:extLst>
          </p:cNvPr>
          <p:cNvSpPr txBox="1"/>
          <p:nvPr/>
        </p:nvSpPr>
        <p:spPr>
          <a:xfrm>
            <a:off x="837282" y="594911"/>
            <a:ext cx="8309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10.Implementation: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8B954-8499-1D24-15D8-78DB81BB9FD1}"/>
              </a:ext>
            </a:extLst>
          </p:cNvPr>
          <p:cNvSpPr txBox="1"/>
          <p:nvPr/>
        </p:nvSpPr>
        <p:spPr>
          <a:xfrm>
            <a:off x="2663326" y="1597446"/>
            <a:ext cx="83094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Developed the system using </a:t>
            </a:r>
            <a:r>
              <a:rPr lang="en-IN" sz="2400" b="1" dirty="0"/>
              <a:t>Python and </a:t>
            </a:r>
            <a:r>
              <a:rPr lang="en-IN" sz="2400" b="1" dirty="0" err="1"/>
              <a:t>Streamlit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Created a </a:t>
            </a:r>
            <a:r>
              <a:rPr lang="en-IN" sz="2400" b="1" dirty="0"/>
              <a:t>user-friendly dashboard</a:t>
            </a:r>
            <a:r>
              <a:rPr lang="en-IN" sz="2400" dirty="0"/>
              <a:t> for entering health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Implemented calculations for </a:t>
            </a:r>
            <a:r>
              <a:rPr lang="en-IN" sz="2400" b="1" dirty="0"/>
              <a:t>BMI, calories, distance, and fitness level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Added </a:t>
            </a:r>
            <a:r>
              <a:rPr lang="en-IN" sz="2400" b="1" dirty="0"/>
              <a:t>charts and visualizations</a:t>
            </a:r>
            <a:r>
              <a:rPr lang="en-IN" sz="2400" dirty="0"/>
              <a:t> to represent health data clearly.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Implemented </a:t>
            </a:r>
            <a:r>
              <a:rPr lang="en-IN" sz="2400" b="1" dirty="0"/>
              <a:t>health suggestions</a:t>
            </a:r>
            <a:r>
              <a:rPr lang="en-IN" sz="2400" dirty="0"/>
              <a:t> based on the </a:t>
            </a:r>
            <a:r>
              <a:rPr lang="en-IN" sz="2400" dirty="0" err="1"/>
              <a:t>analyzed</a:t>
            </a:r>
            <a:r>
              <a:rPr lang="en-IN" sz="2400" dirty="0"/>
              <a:t>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Integrated all modules into a </a:t>
            </a:r>
            <a:r>
              <a:rPr lang="en-IN" sz="2400" b="1" dirty="0"/>
              <a:t>single web-based health monitoring system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5498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45C3BB-AE34-DFF3-31F6-E58C331CE95A}"/>
              </a:ext>
            </a:extLst>
          </p:cNvPr>
          <p:cNvSpPr txBox="1"/>
          <p:nvPr/>
        </p:nvSpPr>
        <p:spPr>
          <a:xfrm>
            <a:off x="1090670" y="616945"/>
            <a:ext cx="8056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11.Results: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83031-9F93-E3A8-A2EB-4B718B8B6FC2}"/>
              </a:ext>
            </a:extLst>
          </p:cNvPr>
          <p:cNvSpPr txBox="1"/>
          <p:nvPr/>
        </p:nvSpPr>
        <p:spPr>
          <a:xfrm>
            <a:off x="2522863" y="1311007"/>
            <a:ext cx="80560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Successfully developed a </a:t>
            </a:r>
            <a:r>
              <a:rPr lang="en-IN" sz="2400" b="1" dirty="0"/>
              <a:t>user-friendly AI-based health monitoring system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calculates </a:t>
            </a:r>
            <a:r>
              <a:rPr lang="en-IN" sz="2400" b="1" dirty="0"/>
              <a:t>BMI, calories burned, and distance covered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Displays health parameters through </a:t>
            </a:r>
            <a:r>
              <a:rPr lang="en-IN" sz="2400" b="1" dirty="0"/>
              <a:t>graphs and dashboard metrics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</a:t>
            </a:r>
            <a:r>
              <a:rPr lang="en-IN" sz="2400" b="1" dirty="0"/>
              <a:t>fitness-level classification</a:t>
            </a:r>
            <a:r>
              <a:rPr lang="en-IN" sz="2400" dirty="0"/>
              <a:t> based on activity and 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Generates </a:t>
            </a:r>
            <a:r>
              <a:rPr lang="en-IN" sz="2400" b="1" dirty="0"/>
              <a:t>personalized health suggestions</a:t>
            </a:r>
            <a:r>
              <a:rPr lang="en-IN" sz="2400" dirty="0"/>
              <a:t> to encourage healthy habits.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users </a:t>
            </a:r>
            <a:r>
              <a:rPr lang="en-IN" sz="2400" b="1" dirty="0"/>
              <a:t>easily understand and monitor their daily health status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618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3F2195-A4B5-DF0A-A812-8BF322D0781C}"/>
              </a:ext>
            </a:extLst>
          </p:cNvPr>
          <p:cNvSpPr txBox="1"/>
          <p:nvPr/>
        </p:nvSpPr>
        <p:spPr>
          <a:xfrm>
            <a:off x="914400" y="793214"/>
            <a:ext cx="82323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12.Advantages: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192A8-7E9B-3F26-DFBC-CF8A8EBB3966}"/>
              </a:ext>
            </a:extLst>
          </p:cNvPr>
          <p:cNvSpPr txBox="1"/>
          <p:nvPr/>
        </p:nvSpPr>
        <p:spPr>
          <a:xfrm>
            <a:off x="2566931" y="1850833"/>
            <a:ext cx="76787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Easy to use</a:t>
            </a:r>
            <a:r>
              <a:rPr lang="en-IN" sz="2400" dirty="0"/>
              <a:t> with a simple and user-friendly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Monitors </a:t>
            </a:r>
            <a:r>
              <a:rPr lang="en-IN" sz="2400" b="1" dirty="0"/>
              <a:t>multiple health parameters</a:t>
            </a:r>
            <a:r>
              <a:rPr lang="en-IN" sz="2400" dirty="0"/>
              <a:t> in one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</a:t>
            </a:r>
            <a:r>
              <a:rPr lang="en-IN" sz="2400" b="1" dirty="0"/>
              <a:t>quick health analysis</a:t>
            </a:r>
            <a:r>
              <a:rPr lang="en-IN" sz="2400" dirty="0"/>
              <a:t> and fitness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</a:t>
            </a:r>
            <a:r>
              <a:rPr lang="en-IN" sz="2400" b="1" dirty="0"/>
              <a:t>graphs and visualizations</a:t>
            </a:r>
            <a:r>
              <a:rPr lang="en-IN" sz="2400" dirty="0"/>
              <a:t> for better understanding.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</a:t>
            </a:r>
            <a:r>
              <a:rPr lang="en-IN" sz="2400" b="1" dirty="0"/>
              <a:t>personalized health suggestions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users maintain </a:t>
            </a:r>
            <a:r>
              <a:rPr lang="en-IN" sz="2400" b="1" dirty="0"/>
              <a:t>healthy daily habits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075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74D7B-DF0A-117E-A0C0-45137E4CD5B5}"/>
              </a:ext>
            </a:extLst>
          </p:cNvPr>
          <p:cNvSpPr txBox="1"/>
          <p:nvPr/>
        </p:nvSpPr>
        <p:spPr>
          <a:xfrm>
            <a:off x="947451" y="771181"/>
            <a:ext cx="8199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13.Applications: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EA057-EC6E-DA88-06D7-E3ECAB7A1D21}"/>
              </a:ext>
            </a:extLst>
          </p:cNvPr>
          <p:cNvSpPr txBox="1"/>
          <p:nvPr/>
        </p:nvSpPr>
        <p:spPr>
          <a:xfrm>
            <a:off x="1894901" y="1685583"/>
            <a:ext cx="87804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Personal Health Monitoring</a:t>
            </a:r>
            <a:r>
              <a:rPr lang="en-IN" sz="2400" dirty="0"/>
              <a:t> – Track daily fitness and health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Fitness Management</a:t>
            </a:r>
            <a:r>
              <a:rPr lang="en-IN" sz="2400" dirty="0"/>
              <a:t> – Monitor steps, sleep, water intake, and activity levels.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Wellness Programs</a:t>
            </a:r>
            <a:r>
              <a:rPr lang="en-IN" sz="2400" dirty="0"/>
              <a:t> – Support healthy lifestyle and daily routines.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Educational Institutions</a:t>
            </a:r>
            <a:r>
              <a:rPr lang="en-IN" sz="2400" dirty="0"/>
              <a:t> – Help students understand and monitor their health habits.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Fitness </a:t>
            </a:r>
            <a:r>
              <a:rPr lang="en-IN" sz="2400" b="1" dirty="0" err="1"/>
              <a:t>Centers</a:t>
            </a:r>
            <a:r>
              <a:rPr lang="en-IN" sz="2400" dirty="0"/>
              <a:t> – Assist in tracking basic fitness-related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Preventive Health Awareness</a:t>
            </a:r>
            <a:r>
              <a:rPr lang="en-IN" sz="2400" dirty="0"/>
              <a:t> – Encourage users to identify unhealthy habits and improve their lifestyle. </a:t>
            </a:r>
          </a:p>
        </p:txBody>
      </p:sp>
    </p:spTree>
    <p:extLst>
      <p:ext uri="{BB962C8B-B14F-4D97-AF65-F5344CB8AC3E}">
        <p14:creationId xmlns:p14="http://schemas.microsoft.com/office/powerpoint/2010/main" val="3236539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16D342-166A-A753-14D4-43AD9F32E5D4}"/>
              </a:ext>
            </a:extLst>
          </p:cNvPr>
          <p:cNvSpPr txBox="1"/>
          <p:nvPr/>
        </p:nvSpPr>
        <p:spPr>
          <a:xfrm>
            <a:off x="683046" y="616945"/>
            <a:ext cx="8463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14.Limitations: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013AB-404B-3770-7DBB-20E71E2728BE}"/>
              </a:ext>
            </a:extLst>
          </p:cNvPr>
          <p:cNvSpPr txBox="1"/>
          <p:nvPr/>
        </p:nvSpPr>
        <p:spPr>
          <a:xfrm>
            <a:off x="2291508" y="1426005"/>
            <a:ext cx="72711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Depends on the </a:t>
            </a:r>
            <a:r>
              <a:rPr lang="en-IN" sz="2400" b="1" dirty="0"/>
              <a:t>accuracy of the entered health data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</a:t>
            </a:r>
            <a:r>
              <a:rPr lang="en-IN" sz="2400" b="1" dirty="0"/>
              <a:t>basic health analysis</a:t>
            </a:r>
            <a:r>
              <a:rPr lang="en-IN" sz="2400" dirty="0"/>
              <a:t>, not professional medical diagnosis.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Does not continuously monitor health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Results may vary based on </a:t>
            </a:r>
            <a:r>
              <a:rPr lang="en-IN" sz="2400" b="1" dirty="0"/>
              <a:t>individual health conditions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Requires regular and accurate data entry for better results. </a:t>
            </a:r>
          </a:p>
        </p:txBody>
      </p:sp>
    </p:spTree>
    <p:extLst>
      <p:ext uri="{BB962C8B-B14F-4D97-AF65-F5344CB8AC3E}">
        <p14:creationId xmlns:p14="http://schemas.microsoft.com/office/powerpoint/2010/main" val="278380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F16B2-7B66-EF92-D1F7-921F48362ED0}"/>
              </a:ext>
            </a:extLst>
          </p:cNvPr>
          <p:cNvSpPr txBox="1"/>
          <p:nvPr/>
        </p:nvSpPr>
        <p:spPr>
          <a:xfrm>
            <a:off x="782198" y="451692"/>
            <a:ext cx="8364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14.Future Scope: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9CFE2-93E2-47E0-B376-E6CA5AD4E334}"/>
              </a:ext>
            </a:extLst>
          </p:cNvPr>
          <p:cNvSpPr txBox="1"/>
          <p:nvPr/>
        </p:nvSpPr>
        <p:spPr>
          <a:xfrm>
            <a:off x="2357610" y="1366093"/>
            <a:ext cx="83645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</a:t>
            </a:r>
            <a:r>
              <a:rPr lang="en-IN" sz="2400" b="1" dirty="0"/>
              <a:t>smartwatches and wearable devices</a:t>
            </a:r>
            <a:r>
              <a:rPr lang="en-IN" sz="2400" dirty="0"/>
              <a:t> for automatic data collection.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</a:t>
            </a:r>
            <a:r>
              <a:rPr lang="en-IN" sz="2400" b="1" dirty="0"/>
              <a:t>real-time health monitoring</a:t>
            </a:r>
            <a:r>
              <a:rPr lang="en-IN" sz="2400" dirty="0"/>
              <a:t> and notifications.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AI to provide </a:t>
            </a:r>
            <a:r>
              <a:rPr lang="en-IN" sz="2400" b="1" dirty="0"/>
              <a:t>more personalized health recommendations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Include additional parameters such as </a:t>
            </a:r>
            <a:r>
              <a:rPr lang="en-IN" sz="2400" b="1" dirty="0"/>
              <a:t>blood pressure and body temperature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 </a:t>
            </a:r>
            <a:r>
              <a:rPr lang="en-IN" sz="2400" b="1" dirty="0"/>
              <a:t>mobile application</a:t>
            </a:r>
            <a:r>
              <a:rPr lang="en-IN" sz="2400" dirty="0"/>
              <a:t> for easy access.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machine learning</a:t>
            </a:r>
            <a:r>
              <a:rPr lang="en-IN" sz="2400" dirty="0"/>
              <a:t> to identify health trends and predict potential risks. </a:t>
            </a:r>
          </a:p>
        </p:txBody>
      </p:sp>
    </p:spTree>
    <p:extLst>
      <p:ext uri="{BB962C8B-B14F-4D97-AF65-F5344CB8AC3E}">
        <p14:creationId xmlns:p14="http://schemas.microsoft.com/office/powerpoint/2010/main" val="3296921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877FB-F37C-2B71-3BD7-EF7464BE5D4E}"/>
              </a:ext>
            </a:extLst>
          </p:cNvPr>
          <p:cNvSpPr txBox="1"/>
          <p:nvPr/>
        </p:nvSpPr>
        <p:spPr>
          <a:xfrm>
            <a:off x="1068636" y="815248"/>
            <a:ext cx="8078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16.Conclusion: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841BD-966C-6171-86BE-3A958D9F67E8}"/>
              </a:ext>
            </a:extLst>
          </p:cNvPr>
          <p:cNvSpPr txBox="1"/>
          <p:nvPr/>
        </p:nvSpPr>
        <p:spPr>
          <a:xfrm>
            <a:off x="1983035" y="1509311"/>
            <a:ext cx="8769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AI-Based Health Monitoring System</a:t>
            </a:r>
            <a:r>
              <a:rPr lang="en-IN" sz="2400" dirty="0"/>
              <a:t> provides a simple and effective way to monitor daily health and fitness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</a:t>
            </a:r>
            <a:r>
              <a:rPr lang="en-IN" sz="2400" dirty="0" err="1"/>
              <a:t>analyzes</a:t>
            </a:r>
            <a:r>
              <a:rPr lang="en-IN" sz="2400" dirty="0"/>
              <a:t> parameters such as </a:t>
            </a:r>
            <a:r>
              <a:rPr lang="en-IN" sz="2400" b="1" dirty="0"/>
              <a:t>steps, sleep, water intake, heart rate, weight, and height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calculates important health indicators and presents them through </a:t>
            </a:r>
            <a:r>
              <a:rPr lang="en-IN" sz="2400" b="1" dirty="0"/>
              <a:t>graphs and a user-friendly dashboard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also provides </a:t>
            </a:r>
            <a:r>
              <a:rPr lang="en-IN" sz="2400" b="1" dirty="0"/>
              <a:t>health suggestions</a:t>
            </a:r>
            <a:r>
              <a:rPr lang="en-IN" sz="2400" dirty="0"/>
              <a:t> based on the </a:t>
            </a:r>
            <a:r>
              <a:rPr lang="en-IN" sz="2400" dirty="0" err="1"/>
              <a:t>analyzed</a:t>
            </a:r>
            <a:r>
              <a:rPr lang="en-IN" sz="2400" dirty="0"/>
              <a:t>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Overall, the system helps users </a:t>
            </a:r>
            <a:r>
              <a:rPr lang="en-IN" sz="2400" b="1" dirty="0"/>
              <a:t>understand their health status and develop healthier daily habits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95911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BF0A9-6020-FE4E-4029-3B67846D2F43}"/>
              </a:ext>
            </a:extLst>
          </p:cNvPr>
          <p:cNvSpPr txBox="1"/>
          <p:nvPr/>
        </p:nvSpPr>
        <p:spPr>
          <a:xfrm>
            <a:off x="1299990" y="1446595"/>
            <a:ext cx="9882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    “Thank you for listening to our presentation.</a:t>
            </a:r>
          </a:p>
          <a:p>
            <a:pPr>
              <a:buNone/>
            </a:pPr>
            <a:br>
              <a:rPr lang="en-US" sz="3600" b="1" dirty="0"/>
            </a:br>
            <a:r>
              <a:rPr lang="en-US" sz="3600" b="1" dirty="0"/>
              <a:t>          We are happy to answer any questions.”</a:t>
            </a:r>
          </a:p>
          <a:p>
            <a:pPr>
              <a:buNone/>
            </a:pP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4962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Microsoft Office PowerPoint</Application>
  <PresentationFormat>Widescreen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sravanipedda67@gmail.com</dc:creator>
  <cp:lastModifiedBy>sravanipedda67@gmail.com</cp:lastModifiedBy>
  <cp:revision>1</cp:revision>
  <dcterms:created xsi:type="dcterms:W3CDTF">2026-10-05T15:56:37Z</dcterms:created>
  <dcterms:modified xsi:type="dcterms:W3CDTF">2026-10-05T15:57:04Z</dcterms:modified>
</cp:coreProperties>
</file>